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81047" y="1920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E20074"/>
                </a:solidFill>
              </a:rPr>
              <a:t>DEUTSCHE TELEKOM</a:t>
            </a:r>
          </a:p>
        </p:txBody>
      </p:sp>
      <p:sp>
        <p:nvSpPr>
          <p:cNvPr id="3" name="Rectangle 2"/>
          <p:cNvSpPr/>
          <p:nvPr/>
        </p:nvSpPr>
        <p:spPr>
          <a:xfrm>
            <a:off x="5272887" y="2395728"/>
            <a:ext cx="1645920" cy="3175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81047" y="2651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333333"/>
                </a:solidFill>
              </a:rPr>
              <a:t>Business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047" y="397763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</a:rPr>
              <a:t>Prepared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047" y="4297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33333"/>
                </a:solidFill>
              </a:rPr>
              <a:t>[Customer Company 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1047" y="4983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</a:rPr>
              <a:t>13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047" y="6035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66666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20074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33333"/>
                </a:solidFill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463040" cy="3175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128016" cy="128016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20240"/>
            <a:ext cx="1061892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</a:rPr>
              <a:t>[One-sentence summary of the customer's situation and opportunity]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97480"/>
            <a:ext cx="128016" cy="128016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606040"/>
            <a:ext cx="1061892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</a:rPr>
              <a:t>[Why this matters to them right now]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83280"/>
            <a:ext cx="128016" cy="128016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291840"/>
            <a:ext cx="1061892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</a:rPr>
              <a:t>[What Deutsche Telekom is proposing, in one line]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</a:rPr>
              <a:t>Deutsche Telekom Business Solutions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Page 2 of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20074"/>
                </a:solidFill>
              </a:rPr>
              <a:t>WHERE THINGS STAND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33333"/>
                </a:solidFill>
              </a:rPr>
              <a:t>Customer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463040" cy="3175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128016" cy="128016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20240"/>
            <a:ext cx="1061892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</a:rPr>
              <a:t>Challenge 1: [pain point currently affecting the business]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97480"/>
            <a:ext cx="128016" cy="128016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606040"/>
            <a:ext cx="1061892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</a:rPr>
              <a:t>Challenge 2: [pain point currently affecting the business]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83280"/>
            <a:ext cx="128016" cy="128016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291840"/>
            <a:ext cx="1061892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</a:rPr>
              <a:t>Challenge 3: [pain point currently affecting the business]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</a:rPr>
              <a:t>Deutsche Telekom Business Solutions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Page 3 of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20074"/>
                </a:solidFill>
              </a:rPr>
              <a:t>WHAT WE PROPOSE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33333"/>
                </a:solidFill>
              </a:rPr>
              <a:t>Recommended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463040" cy="3175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10911535" cy="1645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64008" cy="16459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84832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E20074"/>
                </a:solidFill>
              </a:rPr>
              <a:t>[Solution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</a:rPr>
              <a:t>[CATEGORY]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</a:rPr>
              <a:t>[One or two sentence description of what it does and why it fits.]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94760"/>
            <a:ext cx="10911535" cy="1645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794760"/>
            <a:ext cx="64008" cy="164592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59352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E20074"/>
                </a:solidFill>
              </a:rPr>
              <a:t>[Solution Name]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61688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</a:rPr>
              <a:t>[CATEGORY]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091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</a:rPr>
              <a:t>[One or two sentence description of what it does and why it fits.]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</a:rPr>
              <a:t>Deutsche Telekom Business Solutions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Page 4 of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20074"/>
                </a:solidFill>
              </a:rPr>
              <a:t>WHAT THIS MEANS FOR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33333"/>
                </a:solidFill>
              </a:rPr>
              <a:t>Business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463040" cy="3175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128016" cy="128016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20240"/>
            <a:ext cx="1061892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</a:rPr>
              <a:t>[Quantifiable or concrete benefit #1]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97480"/>
            <a:ext cx="128016" cy="128016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606040"/>
            <a:ext cx="1061892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</a:rPr>
              <a:t>[Quantifiable or concrete benefit #2]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83280"/>
            <a:ext cx="128016" cy="128016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291840"/>
            <a:ext cx="1061892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</a:rPr>
              <a:t>[Quantifiable or concrete benefit #3]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</a:rPr>
              <a:t>Deutsche Telekom Business Solutions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Page 5 of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20074"/>
                </a:solidFill>
              </a:rPr>
              <a:t>HOW WE GET THERE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33333"/>
                </a:solidFill>
              </a:rPr>
              <a:t>Implementation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463040" cy="3175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34542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33333"/>
                </a:solidFill>
              </a:rPr>
              <a:t>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345429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</a:rPr>
              <a:t>[What happens in this phase]</a:t>
            </a:r>
          </a:p>
        </p:txBody>
      </p:sp>
      <p:sp>
        <p:nvSpPr>
          <p:cNvPr id="8" name="Oval 7"/>
          <p:cNvSpPr/>
          <p:nvPr/>
        </p:nvSpPr>
        <p:spPr>
          <a:xfrm>
            <a:off x="4368698" y="2011680"/>
            <a:ext cx="457200" cy="457200"/>
          </a:xfrm>
          <a:prstGeom prst="ellipse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8698" y="2651760"/>
            <a:ext cx="34542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33333"/>
                </a:solidFill>
              </a:rPr>
              <a:t>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8698" y="3063240"/>
            <a:ext cx="345429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</a:rPr>
              <a:t>[What happens in this phase]</a:t>
            </a:r>
          </a:p>
        </p:txBody>
      </p:sp>
      <p:sp>
        <p:nvSpPr>
          <p:cNvPr id="11" name="Oval 10"/>
          <p:cNvSpPr/>
          <p:nvPr/>
        </p:nvSpPr>
        <p:spPr>
          <a:xfrm>
            <a:off x="8097316" y="2011680"/>
            <a:ext cx="457200" cy="457200"/>
          </a:xfrm>
          <a:prstGeom prst="ellipse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7316" y="2651760"/>
            <a:ext cx="34542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33333"/>
                </a:solidFill>
              </a:rPr>
              <a:t>Rollout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7316" y="3063240"/>
            <a:ext cx="345429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</a:rPr>
              <a:t>[What happens in this phase]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</a:rPr>
              <a:t>Deutsche Telekom Business Solutions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Page 6 of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20074"/>
                </a:solidFill>
              </a:rPr>
              <a:t>A PARTNER YOU CAN RELY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33333"/>
                </a:solidFill>
              </a:rPr>
              <a:t>Why Deutsche Telekom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463040" cy="3175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128016" cy="128016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20240"/>
            <a:ext cx="1061892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</a:rPr>
              <a:t>[Credibility point — scale, experience, certifications]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97480"/>
            <a:ext cx="128016" cy="128016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606040"/>
            <a:ext cx="1061892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</a:rPr>
              <a:t>[Credibility point — support, reliability]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83280"/>
            <a:ext cx="128016" cy="128016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291840"/>
            <a:ext cx="1061892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</a:rPr>
              <a:t>[Credibility point — compliance, data residency]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</a:rPr>
              <a:t>Deutsche Telekom Business Solutions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Page 7 of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20074"/>
                </a:solidFill>
              </a:rPr>
              <a:t>LET'S MOVE FORWARD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33333"/>
                </a:solidFill>
              </a:rP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463040" cy="3175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128016" cy="128016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20240"/>
            <a:ext cx="1061892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</a:rPr>
              <a:t>[Immediate next action, e.g. a scoping call]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97480"/>
            <a:ext cx="128016" cy="128016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606040"/>
            <a:ext cx="1061892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</a:rPr>
              <a:t>[What Deutsche Telekom will prepare]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83280"/>
            <a:ext cx="128016" cy="128016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291840"/>
            <a:ext cx="1061892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</a:rPr>
              <a:t>[What we need from the customer]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</a:rPr>
              <a:t>Deutsche Telekom Business Solutions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Page 8 of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81047" y="2377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333333"/>
                </a:solidFill>
              </a:rPr>
              <a:t>Let's talk.</a:t>
            </a:r>
          </a:p>
        </p:txBody>
      </p:sp>
      <p:sp>
        <p:nvSpPr>
          <p:cNvPr id="3" name="Rectangle 2"/>
          <p:cNvSpPr/>
          <p:nvPr/>
        </p:nvSpPr>
        <p:spPr>
          <a:xfrm>
            <a:off x="5272887" y="3063240"/>
            <a:ext cx="1645920" cy="3175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81047" y="3383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</a:rPr>
              <a:t>Need help?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047" y="374903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</a:rPr>
              <a:t>[Contact details to be confirmed]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047" y="6035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20074"/>
                </a:solidFill>
              </a:rPr>
              <a:t>DEUTSCHE TELEKOM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